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666a630a314412" /><Relationship Type="http://schemas.openxmlformats.org/officeDocument/2006/relationships/extended-properties" Target="/docProps/app.xml" Id="Rd5cf6e61c9854d61" /><Relationship Type="http://schemas.openxmlformats.org/officeDocument/2006/relationships/officeDocument" Target="/ppt/presentation.xml" Id="Rbad630d4b17740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54f1577db84742"/>
  </p:sldMasterIdLst>
  <p:notesMasterIdLst>
    <p:notesMasterId xmlns:r="http://schemas.openxmlformats.org/officeDocument/2006/relationships" r:id="R49173376a1244bee"/>
  </p:notesMasterIdLst>
  <p:sldIdLst>
    <p:sldId xmlns:r="http://schemas.openxmlformats.org/officeDocument/2006/relationships" id="256" r:id="R91164920398d4508"/>
    <p:sldId xmlns:r="http://schemas.openxmlformats.org/officeDocument/2006/relationships" id="257" r:id="Rf2d60d2294084144"/>
    <p:sldId xmlns:r="http://schemas.openxmlformats.org/officeDocument/2006/relationships" id="258" r:id="R21003646c6bb49ce"/>
    <p:sldId xmlns:r="http://schemas.openxmlformats.org/officeDocument/2006/relationships" id="259" r:id="R4af10d9959e74320"/>
    <p:sldId xmlns:r="http://schemas.openxmlformats.org/officeDocument/2006/relationships" id="260" r:id="R68ff145c21f04682"/>
    <p:sldId xmlns:r="http://schemas.openxmlformats.org/officeDocument/2006/relationships" id="261" r:id="R7d056d7cc17749b6"/>
    <p:sldId xmlns:r="http://schemas.openxmlformats.org/officeDocument/2006/relationships" id="262" r:id="R75df31d0598747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f32c9bccb149ec" /><Relationship Type="http://schemas.openxmlformats.org/officeDocument/2006/relationships/slideMaster" Target="/ppt/slideMasters/slideMaster1.xml" Id="Re654f1577db84742" /><Relationship Type="http://schemas.openxmlformats.org/officeDocument/2006/relationships/notesMaster" Target="/ppt/notesMasters/notesMaster1.xml" Id="R49173376a1244bee" /><Relationship Type="http://schemas.openxmlformats.org/officeDocument/2006/relationships/presProps" Target="/ppt/presProps.xml" Id="Rbf6133a3fb454db1" /><Relationship Type="http://schemas.openxmlformats.org/officeDocument/2006/relationships/tableStyles" Target="/ppt/tableStyles.xml" Id="R062b8a7fd6fe4a79" /><Relationship Type="http://schemas.openxmlformats.org/officeDocument/2006/relationships/slide" Target="/ppt/slides/slide1.xml" Id="R91164920398d4508" /><Relationship Type="http://schemas.openxmlformats.org/officeDocument/2006/relationships/slide" Target="/ppt/slides/slide2.xml" Id="Rf2d60d2294084144" /><Relationship Type="http://schemas.openxmlformats.org/officeDocument/2006/relationships/slide" Target="/ppt/slides/slide3.xml" Id="R21003646c6bb49ce" /><Relationship Type="http://schemas.openxmlformats.org/officeDocument/2006/relationships/slide" Target="/ppt/slides/slide4.xml" Id="R4af10d9959e74320" /><Relationship Type="http://schemas.openxmlformats.org/officeDocument/2006/relationships/slide" Target="/ppt/slides/slide5.xml" Id="R68ff145c21f04682" /><Relationship Type="http://schemas.openxmlformats.org/officeDocument/2006/relationships/slide" Target="/ppt/slides/slide6.xml" Id="R7d056d7cc17749b6" /><Relationship Type="http://schemas.openxmlformats.org/officeDocument/2006/relationships/slide" Target="/ppt/slides/slide7.xml" Id="R75df31d0598747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512ab16a4e43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eb044c396c40ba" /><Relationship Type="http://schemas.openxmlformats.org/officeDocument/2006/relationships/notesMaster" Target="/ppt/notesMasters/notesMaster1.xml" Id="R51bc1217aec44a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84a65a61324e9c" /><Relationship Type="http://schemas.openxmlformats.org/officeDocument/2006/relationships/notesMaster" Target="/ppt/notesMasters/notesMaster1.xml" Id="R976b309ea0ce4f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8d432922f642d0" /><Relationship Type="http://schemas.openxmlformats.org/officeDocument/2006/relationships/notesMaster" Target="/ppt/notesMasters/notesMaster1.xml" Id="Rb8d6178eddd246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110e56a878430c" /><Relationship Type="http://schemas.openxmlformats.org/officeDocument/2006/relationships/notesMaster" Target="/ppt/notesMasters/notesMaster1.xml" Id="R7c501d23160347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075a60ed964a9d" /><Relationship Type="http://schemas.openxmlformats.org/officeDocument/2006/relationships/notesMaster" Target="/ppt/notesMasters/notesMaster1.xml" Id="R6592105aafe540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557ea58e354a0c" /><Relationship Type="http://schemas.openxmlformats.org/officeDocument/2006/relationships/notesMaster" Target="/ppt/notesMasters/notesMaster1.xml" Id="R40a73472b94345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4b4222555440dc" /><Relationship Type="http://schemas.openxmlformats.org/officeDocument/2006/relationships/notesMaster" Target="/ppt/notesMasters/notesMaster1.xml" Id="R62bc5f8a1e0741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本次汇报聚焦今天完成的两项改造。第一，补充问诊从分析面板调整为连续对话；第二，追问不再固定五轮，而是每轮根据当前资料是否足够决定继续或结束。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C:/Users/Administrator/Desktop/project/intake-diagnostician/docs/superpowers/specs/2026-08-12-conversational-follow-up-design.md</a:t>
            </a:r>
          </a:p>
          <a:p xmlns:a="http://schemas.openxmlformats.org/drawingml/2006/main">
            <a:r>
              <a:t>- C:/Users/Administrator/Desktop/project/intake-diagnostician/docs/superpowers/specs/2026-08-12-dynamic-follow-up-completion-design.md</a:t>
            </a:r>
          </a:p>
          <a:p xmlns:a="http://schemas.openxmlformats.org/drawingml/2006/main">
            <a:r>
              <a:t>- C:/Users/Administrator/Desktop/project/intake-diagnostician/output/playwright/project-home-current.png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原来的五轮限制只是工程上的固定阈值，并不能代表诊前资料已经够用。今天把结束条件重新定义为信息完整度：复杂情况可以继续问，简单情况在信息足够时及时结束。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C:/Users/Administrator/Desktop/project/intake-diagnostician/docs/superpowers/specs/2026-08-12-dynamic-follow-up-completion-design.md</a:t>
            </a:r>
          </a:p>
          <a:p xmlns:a="http://schemas.openxmlformats.org/drawingml/2006/main">
            <a:r>
              <a:t>- C:/Users/Administrator/Desktop/project/intake-diagnostician/backend/intake_flow.py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交互层面不再把追问放在信息完整度报告下面，而是进入独立聊天界面。系统一次只问一个问题，保留历史问答，并隐藏缺失必问项、建议选问项等内部判断。手机端也改为单列布局。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C:/Users/Administrator/Desktop/project/intake-diagnostician/frontend/src/App.vue</a:t>
            </a:r>
          </a:p>
          <a:p xmlns:a="http://schemas.openxmlformats.org/drawingml/2006/main">
            <a:r>
              <a:t>- C:/Users/Administrator/Desktop/project/intake-diagnostician/frontend/src/style.css</a:t>
            </a:r>
          </a:p>
          <a:p xmlns:a="http://schemas.openxmlformats.org/drawingml/2006/main">
            <a:r>
              <a:t>- C:/Users/Administrator/Desktop/project/intake-diagnostician/output/playwright/dynamic-follow-up-mobile-13.png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新的规则是一个循环。患者每回答一次，系统立即重新检查资料。信息不足时只生成一个最重要的问题；信息足够时才进入档案和检查建议。因此追问次数只用于历史记录和页面显示。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C:/Users/Administrator/Desktop/project/intake-diagnostician/frontend/src/follow-up-stage.js</a:t>
            </a:r>
          </a:p>
          <a:p xmlns:a="http://schemas.openxmlformats.org/drawingml/2006/main">
            <a:r>
              <a:t>- C:/Users/Administrator/Desktop/project/intake-diagnostician/backend/skill_analysis.py</a:t>
            </a:r>
          </a:p>
          <a:p xmlns:a="http://schemas.openxmlformats.org/drawingml/2006/main">
            <a:r>
              <a:t>- C:/Users/Administrator/Desktop/project/intake-diagnostician/docs/superpowers/specs/2026-08-12-dynamic-follow-up-completion-design.md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 Skill 的职责保持分离。完整度检查 Skill 决定还缺什么、是否可以结束；追问表达 Skill 把一个缺口转换成自然问题。这样能够单独维护规则，也避免模型同时承担过多职责。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C:/Users/Administrator/Desktop/project/intake-diagnostician/backend/skills/tcm-intake-checklist/SKILL.md</a:t>
            </a:r>
          </a:p>
          <a:p xmlns:a="http://schemas.openxmlformats.org/drawingml/2006/main">
            <a:r>
              <a:t>- C:/Users/Administrator/Desktop/project/intake-diagnostician/backend/skills/tcm-questioning-guide/SKILL.md</a:t>
            </a:r>
          </a:p>
          <a:p xmlns:a="http://schemas.openxmlformats.org/drawingml/2006/main">
            <a:r>
              <a:t>- C:/Users/Administrator/Desktop/project/intake-diagnostician/backend/agent.py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这一页展示实际改造效果。左侧旧页面把追问固定为五轮；右侧新页面在第十三问时仍然保留输入框。接口也已连续提交六次成功，同时前端十四项、后端二十三项测试全部通过。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C:/Users/Administrator/Desktop/project/intake-diagnostician/output/playwright/follow-up-desktop.png</a:t>
            </a:r>
          </a:p>
          <a:p xmlns:a="http://schemas.openxmlformats.org/drawingml/2006/main">
            <a:r>
              <a:t>- C:/Users/Administrator/Desktop/project/intake-diagnostician/output/playwright/dynamic-follow-up-13.png</a:t>
            </a:r>
          </a:p>
          <a:p xmlns:a="http://schemas.openxmlformats.org/drawingml/2006/main">
            <a:r>
              <a:t>- C:/Users/Administrator/Desktop/project/intake-diagnostician/frontend/tests/follow-up-stage.test.mjs</a:t>
            </a:r>
          </a:p>
          <a:p xmlns:a="http://schemas.openxmlformats.org/drawingml/2006/main">
            <a:r>
              <a:t>- C:/Users/Administrator/Desktop/project/intake-diagnostician/backend/tests/test_intake_flow.py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当前流程已经形成闭环：基础问诊之后识别缺口，用追问 Skill 生成一个自然问题，患者回答后重新判断。信息不足就继续循环，信息足够才形成档案和检查建议。今天改造的核心结论，就是结束条件由信息本身决定。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C:/Users/Administrator/Desktop/project/intake-diagnostician/docs/superpowers/specs/2026-08-12-conversational-follow-up-design.md</a:t>
            </a:r>
          </a:p>
          <a:p xmlns:a="http://schemas.openxmlformats.org/drawingml/2006/main">
            <a:r>
              <a:t>- C:/Users/Administrator/Desktop/project/intake-diagnostician/docs/superpowers/specs/2026-08-12-dynamic-follow-up-completion-design.md</a:t>
            </a:r>
          </a:p>
          <a:p xmlns:a="http://schemas.openxmlformats.org/drawingml/2006/main">
            <a:r>
              <a:t>- C:/Users/Administrator/Desktop/project/intake-diagnostician/backend/skills/tcm-intake-checklist/SKILL.md</a:t>
            </a:r>
          </a:p>
          <a:p xmlns:a="http://schemas.openxmlformats.org/drawingml/2006/main">
            <a:r>
              <a:t>- C:/Users/Administrator/Desktop/project/intake-diagnostician/backend/skills/tcm-questioning-guide/SKILL.md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02cec3ba444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22fd71d76948e8" /><Relationship Type="http://schemas.openxmlformats.org/officeDocument/2006/relationships/slideLayout" Target="/ppt/slideLayouts/slideLayout1.xml" Id="R29e8cdcd25484c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e8cdcd25484c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c94cbb26d4bc0" /><Relationship Type="http://schemas.openxmlformats.org/officeDocument/2006/relationships/image" Target="/ppt/media/image.png" Id="Re8db4709f7884073" /><Relationship Type="http://schemas.openxmlformats.org/officeDocument/2006/relationships/notesSlide" Target="/ppt/notesSlides/notesSlide1.xml" Id="R6f7fd9555ee94f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05a19eef64dd3" /><Relationship Type="http://schemas.openxmlformats.org/officeDocument/2006/relationships/notesSlide" Target="/ppt/notesSlides/notesSlide2.xml" Id="R0c385d89535d49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18303229643ab" /><Relationship Type="http://schemas.openxmlformats.org/officeDocument/2006/relationships/image" Target="/ppt/media/image2.png" Id="R8773a3deaaa3425c" /><Relationship Type="http://schemas.openxmlformats.org/officeDocument/2006/relationships/notesSlide" Target="/ppt/notesSlides/notesSlide3.xml" Id="R495b812c05e346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cf29e7ac14a80" /><Relationship Type="http://schemas.openxmlformats.org/officeDocument/2006/relationships/notesSlide" Target="/ppt/notesSlides/notesSlide4.xml" Id="R8e22504d5ca54e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aaa0a764b42db" /><Relationship Type="http://schemas.openxmlformats.org/officeDocument/2006/relationships/notesSlide" Target="/ppt/notesSlides/notesSlide5.xml" Id="Raf59b3f7912241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a9d5f66004f85" /><Relationship Type="http://schemas.openxmlformats.org/officeDocument/2006/relationships/image" Target="/ppt/media/image3.png" Id="R5e514f0daa604f48" /><Relationship Type="http://schemas.openxmlformats.org/officeDocument/2006/relationships/image" Target="/ppt/media/image4.png" Id="R6cea7cfe69da4f0d" /><Relationship Type="http://schemas.openxmlformats.org/officeDocument/2006/relationships/notesSlide" Target="/ppt/notesSlides/notesSlide6.xml" Id="Rc0073eee3ceb42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34b3a135847df" /><Relationship Type="http://schemas.openxmlformats.org/officeDocument/2006/relationships/notesSlide" Target="/ppt/notesSlides/notesSlide7.xml" Id="Rc90e0bfb05cd4e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71DF2-A8B8-446A-BB0D-7741EA82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7EBE2-945A-43EA-8BCF-D585C902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rPr>
              <a:t>阶段进展 · 2026.08.12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8B24C-F400-4529-A472-20BE2005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46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中医诊前问诊系统</a:t>
            </a:r>
          </a:p>
          <a:p xmlns:a="http://schemas.openxmlformats.org/drawingml/2006/main">
            <a:pPr algn="l">
              <a:defRPr sz="51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阶段进展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5C982-6801-4E08-B77A-47CC0412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对话式追问与动态完整度判断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943DF-4699-4EA1-ABE0-44E740F9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21817-3597-482D-9E06-5F87CD0E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对话式追问  ·  动态结束规则  ·  两个 Skill 协作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E9A48-33D2-4EDF-86CB-88FF286F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66750"/>
            <a:ext cx="531495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C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b4709f7884073"/>
          <a:srcRect xmlns:a="http://schemas.openxmlformats.org/drawingml/2006/main" l="2187" t="0" r="21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857250"/>
            <a:ext cx="4933950" cy="4572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BF73E-480E-437C-ABE1-7379D5E9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汇报重点：系统如何在不固定轮次的前提下，把诊前信息逐步问完整。</a:t>
            </a:r>
          </a:p>
        </p:txBody>
      </p:sp>
    </p:spTree>
    <p:extLst>
      <p:ext uri="{BB962C8B-B14F-4D97-AF65-F5344CB8AC3E}">
        <p14:creationId xmlns:p14="http://schemas.microsoft.com/office/powerpoint/2010/main" val="2627430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ECEA7-E1AD-43F3-ABF1-C52CC704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rPr>
              <a:t>01 · 改造背景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CB00D-EA6C-47EF-B26D-4242181F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固定五轮会提前截断，也可能造成无效追问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42AB7-19EE-4587-9671-15C8AC38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BB81F-FDC1-418C-81CC-96260EC9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07B29-82D8-4A97-BA8C-5F621FE2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600" b="1">
                <a:solidFill>
                  <a:srgbClr val="B86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0" b="1">
                <a:solidFill>
                  <a:srgbClr val="B8615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E4237-2D93-40CF-B12E-104401C4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D42E4-DBB4-447F-B694-3EB63DB1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6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6155"/>
                </a:solidFill>
                <a:latin typeface="Microsoft YaHei"/>
                <a:ea typeface="Microsoft YaHei"/>
                <a:cs typeface="Microsoft YaHei"/>
              </a:rPr>
              <a:t>固定轮次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C2E45-953C-46F0-93CD-5B833A93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859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270BB-6050-4CBF-AAF8-6643CA74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问题不在“问几次”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CF5C4-EFE4-4B0D-8964-88B31611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00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信息复杂时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1560D-3D2A-4A7B-9872-2374F330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五次可能仍不足，流程却被迫结束。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701A0-4337-46D0-9210-36023074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059B3-6862-4634-A2EE-49E9EBA6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信息简单时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BB876-45FC-4650-84B7-A4F42ED2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为了凑轮次继续询问，会增加用户负担。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36CF4-CA7B-40F3-A85C-31483C9F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29150"/>
            <a:ext cx="666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C3EFF-008E-40E9-9CAD-F7310975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72025"/>
            <a:ext cx="609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新的结束条件：当前信息是否足以支持</a:t>
            </a:r>
          </a:p>
          <a:p xmlns:a="http://schemas.openxmlformats.org/drawingml/2006/main">
            <a:pPr algn="l">
              <a:defRPr sz="180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后续诊中判断和开方前准备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550AB-2326-4584-8B2F-9F7DA990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中医诊前问诊系统</a:t>
            </a:r>
          </a:p>
        </p:txBody>
      </p:sp>
    </p:spTree>
    <p:extLst>
      <p:ext uri="{BB962C8B-B14F-4D97-AF65-F5344CB8AC3E}">
        <p14:creationId xmlns:p14="http://schemas.microsoft.com/office/powerpoint/2010/main" val="9929159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86C0C9-71C8-439E-AE56-BA1DAE53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rPr>
              <a:t>02 · 交互升级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6A9A9-21B8-4CFA-BFA3-971E531B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追问从“分析面板”变成自然对话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A7E98-EE34-46A1-9B93-22A5D0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A744D-C9B3-4DB4-99FF-63047DC0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1D0D7-2722-4DBD-A8BF-924B010C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每轮只问一个问题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9069A-B646-4B5A-94FF-89DE80F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问题以“小郎中”的口吻承接患者上一轮回答，患者直接在输入框中自由描述。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68541-8CAC-4F16-B396-8C5730AB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2A6B6-22D6-4F8E-88DD-7390FE63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11ABD-9C65-4C0E-9FC6-E436DBB5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问答历史保留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C191F-9B89-475F-AB9F-5DD38404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147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患者能看清上下文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80DB7-85E8-4853-B73C-54039C24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53C2E-574E-46F3-BD40-112F24BE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3507D-8F68-4BD2-9752-DA20A9A0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回答后重新整理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81273-3F37-4093-B2A4-FD5F13A3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624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系统再决定下一问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62993-5CE7-4D4B-BDA3-04FFA59C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48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0D5D5-41F1-4DA0-9A7F-8F55B505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FAB12-5751-46AB-A419-D53565AF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00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内部字段隐藏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286BB-85CF-4E6C-930A-1EFDAAF8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101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不展示缺失项清单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95857D-826D-4266-AFD9-2C8BAA25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C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3a3deaaa3425c"/>
          <a:stretch xmlns:a="http://schemas.openxmlformats.org/drawingml/2006/main"/>
        </p:blipFill>
        <p:spPr>
          <a:xfrm xmlns:a="http://schemas.openxmlformats.org/drawingml/2006/main">
            <a:off x="7382376" y="1981200"/>
            <a:ext cx="1694447" cy="39624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A5827-11BE-4486-9DB6-BB9AAD80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手机端单列布局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80D80E-6498-41A8-8D11-3E07E485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194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流程侧栏自动隐藏</a:t>
            </a:r>
          </a:p>
          <a:p xmlns:a="http://schemas.openxmlformats.org/drawingml/2006/main">
            <a:pPr algn="ctr">
              <a:defRPr sz="13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输入区独占整行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10949-5EBB-4DD7-B8B3-6E608BC5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中医诊前问诊系统</a:t>
            </a:r>
          </a:p>
        </p:txBody>
      </p:sp>
    </p:spTree>
    <p:extLst>
      <p:ext uri="{BB962C8B-B14F-4D97-AF65-F5344CB8AC3E}">
        <p14:creationId xmlns:p14="http://schemas.microsoft.com/office/powerpoint/2010/main" val="1157236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8B4E43-832F-4C02-ACBA-BEC60012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rPr>
              <a:t>03 · 动态规则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C7683-93AB-4C6F-9EAD-8E410CF6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每次回答后重新判断，信息足够才结束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78ECD-54C3-42A5-891B-2BC6B6A7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2E609-F812-426E-B4CE-47B8CDB2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8ECA7-3005-4931-9873-B4632948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095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DE963-CB59-4A48-9E88-3D9E18C1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27B71-DC0C-4F2D-8AE2-3C21B49D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840A2-F9F4-4037-B0DB-B6BE2601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95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患者回答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255DD-3A2C-40A2-B8FF-AEA1C4DA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记录当前问题与回答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30EF8-4020-4B86-9124-67E75664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38500"/>
            <a:ext cx="4572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C8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F3D26-D2E8-4EE2-834F-B664B03C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23241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2E8"/>
          </a:solidFill>
          <a:ln xmlns:a="http://schemas.openxmlformats.org/drawingml/2006/main" w="9525">
            <a:solidFill>
              <a:srgbClr val="DCE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C855D-44FD-422B-988D-D95EB80B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82FED-3DE1-4164-A070-B0C2C745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B92EA-D6A0-418F-98B8-DE4CB19B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完整度检查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C9F80-D426-46CA-8852-6089FC45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90900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结合十问歌与主诉判断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01666-19E4-4A58-BCB3-4C0B78C0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38500"/>
            <a:ext cx="4572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C8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81C82-9433-4C16-A2F5-20ABD67E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1524000" cy="1428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99793-DF4B-4A2D-B877-D22930D2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5625"/>
            <a:ext cx="1066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信息</a:t>
            </a:r>
          </a:p>
          <a:p xmlns:a="http://schemas.openxmlformats.org/drawingml/2006/main">
            <a:pPr algn="ctr">
              <a:defRPr sz="195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足够？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3D5AA-620B-4651-959A-C657114D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4572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49C398-D785-42F3-BC72-38C3B31A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6479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ABFD0-B533-4F43-B7D2-31A3558B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73710-BB13-48C9-AC51-FBC00805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55735-1511-4FAC-B195-65AA84B0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形成结果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883573-9BE2-4CAD-AFFA-96F1EDE6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9090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输出档案与检查建议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AD2BDC-6749-4D05-8C2C-4DAE291F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64FB52-8A09-4246-AD50-FFB4FFDE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29100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1DCCDE-C3DA-4E03-A27D-4CBF0B89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67300"/>
            <a:ext cx="255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1D9EE-2E82-4847-ABE5-9D719235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4762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1C4257-82BA-425D-9CEC-7727B1E0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197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rPr>
              <a:t>否：生成一个最关键、且不重复的问题，再进入下一轮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26E64A-1260-4CAB-9955-320C0EB7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09750"/>
            <a:ext cx="7315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ED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1BF999-BE4B-4A83-98D7-8262A3D2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24050"/>
            <a:ext cx="678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追问次数只用于显示“第 N 问”，不再参与结束判断。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E4360B-6BE8-414F-B369-F315FFC7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中医诊前问诊系统</a:t>
            </a:r>
          </a:p>
        </p:txBody>
      </p:sp>
    </p:spTree>
    <p:extLst>
      <p:ext uri="{BB962C8B-B14F-4D97-AF65-F5344CB8AC3E}">
        <p14:creationId xmlns:p14="http://schemas.microsoft.com/office/powerpoint/2010/main" val="3810428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303B6-7C82-4085-9656-5708F7BF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rPr>
              <a:t>04 · Skill 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4AD73-41D3-4EFC-BA76-F985F1CB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5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两个 Skill 分工：一个判断问什么，一个控制怎么问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14F97-0ACD-478A-A30C-A50DB072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A1981-0CD4-4C2C-88A7-F3C776BB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3EA6F-9224-44E5-9887-434E25E7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381500" cy="33528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E9508-21D9-4F9A-816E-713FBA43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DB206-FFF9-44A8-BC36-20DCF178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完整度检查 Skill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E038D-A442-48BB-A590-DA67C1F3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tcm-intake-checklist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12B32-7E88-4C4C-ACE6-1B4C563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3429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• 检查基础必问项</a:t>
            </a:r>
          </a:p>
          <a:p xmlns:a="http://schemas.openxmlformats.org/drawingml/2006/main">
            <a:pPr algn="l">
              <a:def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• 按主诉选择条件选问项</a:t>
            </a:r>
          </a:p>
          <a:p xmlns:a="http://schemas.openxmlformats.org/drawingml/2006/main">
            <a:pPr algn="l">
              <a:def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• 决定资料是否够用</a:t>
            </a:r>
          </a:p>
          <a:p xmlns:a="http://schemas.openxmlformats.org/drawingml/2006/main">
            <a:pPr algn="l">
              <a:def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• 选出当前最关键缺口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580D5-F0CB-4A79-A81B-5F26B9AE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4381500" cy="33528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96C92-1F4C-4A3D-AB76-03AB29BC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9EF70-985E-49A1-8C76-7B09D36A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rPr>
              <a:t>追问表达 Skill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F3F55-85AB-4918-B85B-23AF1264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tcm-questioning-guide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F0CFA-0F44-495C-A4D0-8A16D25D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95700"/>
            <a:ext cx="3524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• 每轮只问一个信息点</a:t>
            </a:r>
          </a:p>
          <a:p xmlns:a="http://schemas.openxmlformats.org/drawingml/2006/main">
            <a:pPr algn="l">
              <a:def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• 使用患者能理解的语言</a:t>
            </a:r>
          </a:p>
          <a:p xmlns:a="http://schemas.openxmlformats.org/drawingml/2006/main">
            <a:pPr algn="l">
              <a:def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• 承接已有回答，不重复追问</a:t>
            </a:r>
          </a:p>
          <a:p xmlns:a="http://schemas.openxmlformats.org/drawingml/2006/main">
            <a:pPr algn="l">
              <a:def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• 危险信号优先提示就医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6DC02-1107-4A85-B3ED-17C67C09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19450"/>
            <a:ext cx="106680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C8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08113-AD93-4DD0-A48C-546271AA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433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结构化缺口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8962E-03DF-457B-92D4-1E7AA318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15000"/>
            <a:ext cx="61341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C7002-6AF2-4AAC-8D09-3C519E1E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完整度 Skill 负责决策，追问 Skill 负责表达。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506DD-5C71-4C7A-B4A4-C91D073C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中医诊前问诊系统</a:t>
            </a:r>
          </a:p>
        </p:txBody>
      </p:sp>
    </p:spTree>
    <p:extLst>
      <p:ext uri="{BB962C8B-B14F-4D97-AF65-F5344CB8AC3E}">
        <p14:creationId xmlns:p14="http://schemas.microsoft.com/office/powerpoint/2010/main" val="14989069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A8B9A-D09A-48D0-AE5A-32AA5946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rPr>
              <a:t>05 · 改造前后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A5CCA-9FFD-4812-8500-EA35C19C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改造后，第 13 问仍能继续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7CE75-93FC-4CEC-871B-D794D300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26691-6662-404A-AD4D-97E6F45F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C199A-7107-420A-84D3-25D36099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6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6155"/>
                </a:solidFill>
                <a:latin typeface="Microsoft YaHei"/>
                <a:ea typeface="Microsoft YaHei"/>
                <a:cs typeface="Microsoft YaHei"/>
              </a:rPr>
              <a:t>改造前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A8890-CD31-4D4A-A45B-6077E966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28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固定显示 1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03BE2-FCA9-40F3-B695-B6B1FD90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501015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14f0daa604f48"/>
          <a:stretch xmlns:a="http://schemas.openxmlformats.org/drawingml/2006/main"/>
        </p:blipFill>
        <p:spPr>
          <a:xfrm xmlns:a="http://schemas.openxmlformats.org/drawingml/2006/main">
            <a:off x="902589" y="2324100"/>
            <a:ext cx="4690872" cy="3257550"/>
          </a:xfrm>
          <a:prstGeom xmlns:a="http://schemas.openxmlformats.org/drawingml/2006/main" prst="roundRect">
            <a:avLst>
              <a:gd name="adj" fmla="val 233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39670-EC2E-43B8-9D26-9740B4C8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改造后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1B8B6-8604-46F1-98C0-E63F528B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只显示第 13 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503D9-2765-4B83-B42A-0E4C7C52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01015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a7cfe69da4f0d"/>
          <a:stretch xmlns:a="http://schemas.openxmlformats.org/drawingml/2006/main"/>
        </p:blipFill>
        <p:spPr>
          <a:xfrm xmlns:a="http://schemas.openxmlformats.org/drawingml/2006/main">
            <a:off x="6477000" y="2406342"/>
            <a:ext cx="4781550" cy="3093065"/>
          </a:xfrm>
          <a:prstGeom xmlns:a="http://schemas.openxmlformats.org/drawingml/2006/main" prst="roundRect">
            <a:avLst>
              <a:gd name="adj" fmla="val 233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73232-C2CC-47A4-9911-11ABDB72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rPr>
              <a:t>接口实测：第 6 次提交成功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6E118-E7CE-47FA-8F02-4DA43C2C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9436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rPr>
              <a:t>浏览器实测：第 13 问仍可回答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EE00E-4AC0-43A9-A167-A13ADE8D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4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rPr>
              <a:t>自动验证：前端 14 项 / 后端 23 项通过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E3D8A-A7E7-4488-A983-0150E4C1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中医诊前问诊系统</a:t>
            </a:r>
          </a:p>
        </p:txBody>
      </p:sp>
    </p:spTree>
    <p:extLst>
      <p:ext uri="{BB962C8B-B14F-4D97-AF65-F5344CB8AC3E}">
        <p14:creationId xmlns:p14="http://schemas.microsoft.com/office/powerpoint/2010/main" val="329873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446745-37A4-433B-AAFB-D213E752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C8C7A"/>
                </a:solidFill>
                <a:latin typeface="Microsoft YaHei"/>
                <a:ea typeface="Microsoft YaHei"/>
                <a:cs typeface="Microsoft YaHei"/>
              </a:rPr>
              <a:t>06 · 完整闭环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DB87C-5BA2-42CF-8844-D80A5FAF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新流程形成可持续收敛的诊前信息闭环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16A22-2ED0-4A7A-A41A-53BCC2BE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068FC-13E0-4D95-BB11-AEDBCCAA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2A61E-5CE6-4A61-AAB2-A1FE0B71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3238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C8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B8755-143E-423B-8710-391989CF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7716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C80DD-6D62-4B6F-9177-62F17586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DC6B8-74D9-4687-8CE0-E6147572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基础问诊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3C48D-BD8A-4355-B043-1E812E62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采集主诉与十问歌基础信息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BF581-E129-4AC1-A7A9-D944ECE8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86100"/>
            <a:ext cx="3238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C8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6C9C4-652D-4721-9500-D76B85C4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71750"/>
            <a:ext cx="17716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0C4A5-32A0-4E00-969A-87163FC6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4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4B51B-4BA9-4606-BEA8-C5C453C7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670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判断缺口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515DF-2439-46E3-9BAC-1B639FE5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67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确认最影响后续判断的一项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5ADDA-C64A-480C-8102-1DB0727C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86100"/>
            <a:ext cx="3238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C8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C5796-4CD2-4EA1-A767-AA779EBD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17716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358B0-795C-4930-B175-C3495AFA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4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A2ADD-1BD0-46EE-94DC-48E4EF32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670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自然追问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7D362-D39E-4D52-BB24-AE366850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67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一次只问一个问题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E20C8-EF61-4AA5-BE66-CE44F647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3238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DC238-9516-4986-A7BE-41B82AFB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17716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A2D7E-5AE1-4E05-9D7C-0DACA44D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18990F-1B93-4FEF-85B9-9C8614E1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24"/>
                </a:solidFill>
                <a:latin typeface="Microsoft YaHei"/>
                <a:ea typeface="Microsoft YaHei"/>
                <a:cs typeface="Microsoft YaHei"/>
              </a:rPr>
              <a:t>重新判断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7A6C6-4B94-42C9-967B-A25A4F4A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67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回答进入档案后再次评估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278993-C0CE-4D62-AAF1-7B8205EE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17716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AF2E8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580804-13C1-4949-8E19-615546A5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4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FCC6FE-566F-4BB3-B723-2E4BD583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形成结果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2EB067-89E5-4E1F-968C-18110871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67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档案与推荐检查项目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DFB077-8ABD-4A41-AFE4-0B3E2E94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8669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32F01F-DBF5-425A-9E22-C2F6CBD2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66900"/>
            <a:ext cx="426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2E989E-DB8A-4266-8EF5-A79A81EF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714500"/>
            <a:ext cx="4762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D29F02-D447-4028-9659-2C37E9C2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573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6A84B"/>
                </a:solidFill>
                <a:latin typeface="Microsoft YaHei"/>
                <a:ea typeface="Microsoft YaHei"/>
                <a:cs typeface="Microsoft YaHei"/>
              </a:rPr>
              <a:t>信息不足：回到缺口判断，继续下一轮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56F1CD-751F-442C-98C1-E54452EB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57750"/>
            <a:ext cx="84582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D38BD3-EA41-468F-84AD-40E4B715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结束条件不是“已经问了几次”，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而是“当前信息是否足够”。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4D570D-D4A1-42D5-AB0E-9C6CB1C8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当前成果：对话式追问、动态完整度判断、双 Skill 协作均已落地</a:t>
            </a:r>
          </a:p>
        </p:txBody>
      </p:sp>
    </p:spTree>
    <p:extLst>
      <p:ext uri="{BB962C8B-B14F-4D97-AF65-F5344CB8AC3E}">
        <p14:creationId xmlns:p14="http://schemas.microsoft.com/office/powerpoint/2010/main" val="1092056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2026-08-12T16:00:26.2620000Z</dcterms:created>
  <dcterms:modified xsi:type="dcterms:W3CDTF">2026-08-12T16:00:26.2620000Z</dcterms:modified>
</coreProperties>
</file>