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d7653ab0074927" /><Relationship Type="http://schemas.openxmlformats.org/officeDocument/2006/relationships/extended-properties" Target="/docProps/app.xml" Id="R2e5a30e090b24141" /><Relationship Type="http://schemas.openxmlformats.org/officeDocument/2006/relationships/officeDocument" Target="/ppt/presentation.xml" Id="Rb0f5db3d664e47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7ef10ae67142ab"/>
  </p:sldMasterIdLst>
  <p:notesMasterIdLst>
    <p:notesMasterId xmlns:r="http://schemas.openxmlformats.org/officeDocument/2006/relationships" r:id="Rd09e22240c7b4046"/>
  </p:notesMasterIdLst>
  <p:sldIdLst>
    <p:sldId xmlns:r="http://schemas.openxmlformats.org/officeDocument/2006/relationships" id="256" r:id="Rbbc6b0936bfc4104"/>
    <p:sldId xmlns:r="http://schemas.openxmlformats.org/officeDocument/2006/relationships" id="257" r:id="Rc2674baad0684282"/>
    <p:sldId xmlns:r="http://schemas.openxmlformats.org/officeDocument/2006/relationships" id="258" r:id="Recfe120e7caa4383"/>
    <p:sldId xmlns:r="http://schemas.openxmlformats.org/officeDocument/2006/relationships" id="259" r:id="R037579b4ad4645d1"/>
    <p:sldId xmlns:r="http://schemas.openxmlformats.org/officeDocument/2006/relationships" id="260" r:id="R853d810d358b4470"/>
    <p:sldId xmlns:r="http://schemas.openxmlformats.org/officeDocument/2006/relationships" id="261" r:id="R2b901b329bfc41ea"/>
    <p:sldId xmlns:r="http://schemas.openxmlformats.org/officeDocument/2006/relationships" id="262" r:id="R046e1fc38aa640f6"/>
    <p:sldId xmlns:r="http://schemas.openxmlformats.org/officeDocument/2006/relationships" id="263" r:id="R907705de239c4fe5"/>
    <p:sldId xmlns:r="http://schemas.openxmlformats.org/officeDocument/2006/relationships" id="264" r:id="R95e8d977e8574f6a"/>
    <p:sldId xmlns:r="http://schemas.openxmlformats.org/officeDocument/2006/relationships" id="265" r:id="R39a5c4e7183b4c64"/>
    <p:sldId xmlns:r="http://schemas.openxmlformats.org/officeDocument/2006/relationships" id="266" r:id="Reaa9b370120d47ca"/>
    <p:sldId xmlns:r="http://schemas.openxmlformats.org/officeDocument/2006/relationships" id="267" r:id="Rbdd95adfd33748b4"/>
    <p:sldId xmlns:r="http://schemas.openxmlformats.org/officeDocument/2006/relationships" id="268" r:id="R8ae90599b20d48b9"/>
    <p:sldId xmlns:r="http://schemas.openxmlformats.org/officeDocument/2006/relationships" id="269" r:id="R7086c1f6e4384d9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78f24a82684b41" /><Relationship Type="http://schemas.openxmlformats.org/officeDocument/2006/relationships/slideMaster" Target="/ppt/slideMasters/slideMaster1.xml" Id="R277ef10ae67142ab" /><Relationship Type="http://schemas.openxmlformats.org/officeDocument/2006/relationships/notesMaster" Target="/ppt/notesMasters/notesMaster1.xml" Id="Rd09e22240c7b4046" /><Relationship Type="http://schemas.openxmlformats.org/officeDocument/2006/relationships/presProps" Target="/ppt/presProps.xml" Id="R8602c6993f7849f6" /><Relationship Type="http://schemas.openxmlformats.org/officeDocument/2006/relationships/tableStyles" Target="/ppt/tableStyles.xml" Id="Rf276dcb4e9be4a97" /><Relationship Type="http://schemas.openxmlformats.org/officeDocument/2006/relationships/slide" Target="/ppt/slides/slide1.xml" Id="Rbbc6b0936bfc4104" /><Relationship Type="http://schemas.openxmlformats.org/officeDocument/2006/relationships/slide" Target="/ppt/slides/slide2.xml" Id="Rc2674baad0684282" /><Relationship Type="http://schemas.openxmlformats.org/officeDocument/2006/relationships/slide" Target="/ppt/slides/slide3.xml" Id="Recfe120e7caa4383" /><Relationship Type="http://schemas.openxmlformats.org/officeDocument/2006/relationships/slide" Target="/ppt/slides/slide4.xml" Id="R037579b4ad4645d1" /><Relationship Type="http://schemas.openxmlformats.org/officeDocument/2006/relationships/slide" Target="/ppt/slides/slide5.xml" Id="R853d810d358b4470" /><Relationship Type="http://schemas.openxmlformats.org/officeDocument/2006/relationships/slide" Target="/ppt/slides/slide6.xml" Id="R2b901b329bfc41ea" /><Relationship Type="http://schemas.openxmlformats.org/officeDocument/2006/relationships/slide" Target="/ppt/slides/slide7.xml" Id="R046e1fc38aa640f6" /><Relationship Type="http://schemas.openxmlformats.org/officeDocument/2006/relationships/slide" Target="/ppt/slides/slide8.xml" Id="R907705de239c4fe5" /><Relationship Type="http://schemas.openxmlformats.org/officeDocument/2006/relationships/slide" Target="/ppt/slides/slide9.xml" Id="R95e8d977e8574f6a" /><Relationship Type="http://schemas.openxmlformats.org/officeDocument/2006/relationships/slide" Target="/ppt/slides/slide10.xml" Id="R39a5c4e7183b4c64" /><Relationship Type="http://schemas.openxmlformats.org/officeDocument/2006/relationships/slide" Target="/ppt/slides/slide11.xml" Id="Reaa9b370120d47ca" /><Relationship Type="http://schemas.openxmlformats.org/officeDocument/2006/relationships/slide" Target="/ppt/slides/slide12.xml" Id="Rbdd95adfd33748b4" /><Relationship Type="http://schemas.openxmlformats.org/officeDocument/2006/relationships/slide" Target="/ppt/slides/slide13.xml" Id="R8ae90599b20d48b9" /><Relationship Type="http://schemas.openxmlformats.org/officeDocument/2006/relationships/slide" Target="/ppt/slides/slide14.xml" Id="R7086c1f6e4384d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c437166658645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143e6fca1142e0" /><Relationship Type="http://schemas.openxmlformats.org/officeDocument/2006/relationships/notesMaster" Target="/ppt/notesMasters/notesMaster1.xml" Id="Rb33203e42ea841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b8a653382c847d9" /><Relationship Type="http://schemas.openxmlformats.org/officeDocument/2006/relationships/notesMaster" Target="/ppt/notesMasters/notesMaster1.xml" Id="R360aaf6ccf01417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597c9f14e9e42ce" /><Relationship Type="http://schemas.openxmlformats.org/officeDocument/2006/relationships/notesMaster" Target="/ppt/notesMasters/notesMaster1.xml" Id="Ra9a7cea93c684f1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a2ab215623d4b44" /><Relationship Type="http://schemas.openxmlformats.org/officeDocument/2006/relationships/notesMaster" Target="/ppt/notesMasters/notesMaster1.xml" Id="Re7b210c24b4042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9e6ac0c21b04b28" /><Relationship Type="http://schemas.openxmlformats.org/officeDocument/2006/relationships/notesMaster" Target="/ppt/notesMasters/notesMaster1.xml" Id="R72b598777a924c4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287d329e0a54495" /><Relationship Type="http://schemas.openxmlformats.org/officeDocument/2006/relationships/notesMaster" Target="/ppt/notesMasters/notesMaster1.xml" Id="R4844cc71b29b4df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f31e2a288364d6c" /><Relationship Type="http://schemas.openxmlformats.org/officeDocument/2006/relationships/notesMaster" Target="/ppt/notesMasters/notesMaster1.xml" Id="Ra3a2abd88c334b5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45444b477b24156" /><Relationship Type="http://schemas.openxmlformats.org/officeDocument/2006/relationships/notesMaster" Target="/ppt/notesMasters/notesMaster1.xml" Id="R113d0acf2e10408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7c80147d1c04e42" /><Relationship Type="http://schemas.openxmlformats.org/officeDocument/2006/relationships/notesMaster" Target="/ppt/notesMasters/notesMaster1.xml" Id="Rac7e9c5c726645f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da6d1d9b8b24f1b" /><Relationship Type="http://schemas.openxmlformats.org/officeDocument/2006/relationships/notesMaster" Target="/ppt/notesMasters/notesMaster1.xml" Id="R1f43b1988da0483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50a46b97ea846cc" /><Relationship Type="http://schemas.openxmlformats.org/officeDocument/2006/relationships/notesMaster" Target="/ppt/notesMasters/notesMaster1.xml" Id="R3be6dedeec5f450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61351fb8e2143d3" /><Relationship Type="http://schemas.openxmlformats.org/officeDocument/2006/relationships/notesMaster" Target="/ppt/notesMasters/notesMaster1.xml" Id="R385dffa317cf40a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d6e6a3427324c39" /><Relationship Type="http://schemas.openxmlformats.org/officeDocument/2006/relationships/notesMaster" Target="/ppt/notesMasters/notesMaster1.xml" Id="Rdf736fd2fad340b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42235ce84c84169" /><Relationship Type="http://schemas.openxmlformats.org/officeDocument/2006/relationships/notesMaster" Target="/ppt/notesMasters/notesMaster1.xml" Id="R72d200ef934e41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各位老师好，我汇报的项目是中医诊前信息采集与整理系统。项目关注患者见到医生之前，如何把零散描述整理成医生能够快速查看的结构化资料。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患者已经表达了很多，但医生往往仍需重新确认。原因包括描述零散、同一信息重复询问、结束条件不清，以及医生看不到系统为什么问和为什么停。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项目希望实现自然语言结构化、有限追问、停止判断和结果可追溯。系统只负责诊前资料整理，不承担自动诊断、患病概率预测或自动开方。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系统分为交互、接口、决策和数据四层。Vue 3 提供患者端与医生工作台，FastAPI 提供接口，MySQL 完整保存业务数据。决策层中，Agent 负责理解与表达，规则负责确定性决策。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患者端负责提供信息，系统负责整理，医生端负责查看与理解。所有会话和档案绑定 patient_id，跨患者读取会被拒绝。医生端当前保持只读。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患者依次完成身份选择、基础资料和开放描述。Agent 提取信息后更新字段，系统重新计算完整度，再选择下一问或生成档案。每次回答都会重新触发判断。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系统采集基础测量、病程、中医症状、生活方式和安全信息。每个问题来自字段定义；Agent 提取值和证据，规则更新状态并选择目标字段，所以问题来源可追踪。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完整度不是简单统计填写数量。系统结合字段状态、核心缺口、安全信息和冲突进行判断，输出继续追问、正常结束或保护性结束。可选字段不会无限阻塞。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追问按危险信号、核心字段、冲突、高优先普通字段和可选信息排序。规则决定问什么，Agent 负责把目标字段组织成自然问题。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系统不使用固定轮数。核心信息可用且无安全缺口和冲突时正常结束；多次无法回答、问题重复或内容不宜在线采集时保护性结束。保护性结束不代表资料完整。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当前版本已经实现核心字段驱动停止、规则约束 Agent、尝试次数防止重复和 patient_id 数据隔离。演示身份还不等于正式鉴权，临床效果和规则覆盖范围仍需验证。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这一页放身份选择、基础资料和侧栏记录截图。演示时说明三位患者数据相互隔离，侧栏可以折叠，未完成问诊可以恢复。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按开放描述、逐项追问和生成档案三个阶段展示。建议选一个具体字段，说明回答如何改变字段状态、下一问和完整度。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医生工作台集中展示患者列表、问诊详情和决策解释。医生不仅能查看结果，也能看到关键缺口、问题来源和停止原因。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f371e018494ab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f35455b283649c7" /><Relationship Type="http://schemas.openxmlformats.org/officeDocument/2006/relationships/slideLayout" Target="/ppt/slideLayouts/slideLayout1.xml" Id="Rb461452fc42c4c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61452fc42c4c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96eceb6e1941bf" /><Relationship Type="http://schemas.openxmlformats.org/officeDocument/2006/relationships/image" Target="/ppt/media/image.png" Id="Rb12eb9e96d29452a" /><Relationship Type="http://schemas.openxmlformats.org/officeDocument/2006/relationships/notesSlide" Target="/ppt/notesSlides/notesSlide1.xml" Id="Rfb6b31c328ad4b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6ba6d90e7f4d72" /><Relationship Type="http://schemas.openxmlformats.org/officeDocument/2006/relationships/image" Target="/ppt/media/image2.png" Id="R2df32daf9ecb497d" /><Relationship Type="http://schemas.openxmlformats.org/officeDocument/2006/relationships/notesSlide" Target="/ppt/notesSlides/notesSlide2.xml" Id="R427e5e1bd0e14c2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461a544e074cf1" /><Relationship Type="http://schemas.openxmlformats.org/officeDocument/2006/relationships/image" Target="/ppt/media/image3.png" Id="R1c9526fe351349c4" /><Relationship Type="http://schemas.openxmlformats.org/officeDocument/2006/relationships/notesSlide" Target="/ppt/notesSlides/notesSlide3.xml" Id="R7f77ac48b639448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598b17ddfa4c8d" /><Relationship Type="http://schemas.openxmlformats.org/officeDocument/2006/relationships/image" Target="/ppt/media/image4.png" Id="R460ba9e60b3f4f61" /><Relationship Type="http://schemas.openxmlformats.org/officeDocument/2006/relationships/notesSlide" Target="/ppt/notesSlides/notesSlide4.xml" Id="R1fdbcf9b0bc0406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11509769804a06" /><Relationship Type="http://schemas.openxmlformats.org/officeDocument/2006/relationships/image" Target="/ppt/media/image5.png" Id="R1630404422734623" /><Relationship Type="http://schemas.openxmlformats.org/officeDocument/2006/relationships/notesSlide" Target="/ppt/notesSlides/notesSlide5.xml" Id="R3f319daafab2451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00f2d4e95446a9" /><Relationship Type="http://schemas.openxmlformats.org/officeDocument/2006/relationships/image" Target="/ppt/media/image6.png" Id="R88f0db5aab4d4919" /><Relationship Type="http://schemas.openxmlformats.org/officeDocument/2006/relationships/notesSlide" Target="/ppt/notesSlides/notesSlide6.xml" Id="R4a0c3753b2564bb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97fa87befb4dea" /><Relationship Type="http://schemas.openxmlformats.org/officeDocument/2006/relationships/image" Target="/ppt/media/image7.png" Id="Rbd1e7a2f8e134bf4" /><Relationship Type="http://schemas.openxmlformats.org/officeDocument/2006/relationships/notesSlide" Target="/ppt/notesSlides/notesSlide7.xml" Id="R845d046dd9624fe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6baaaae7a24be8" /><Relationship Type="http://schemas.openxmlformats.org/officeDocument/2006/relationships/image" Target="/ppt/media/image8.png" Id="Rabaa59a7561f4588" /><Relationship Type="http://schemas.openxmlformats.org/officeDocument/2006/relationships/notesSlide" Target="/ppt/notesSlides/notesSlide8.xml" Id="R64bd8d8ca99b47b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13e19ee4d0431a" /><Relationship Type="http://schemas.openxmlformats.org/officeDocument/2006/relationships/image" Target="/ppt/media/image9.png" Id="R9ee648b9ddb14010" /><Relationship Type="http://schemas.openxmlformats.org/officeDocument/2006/relationships/notesSlide" Target="/ppt/notesSlides/notesSlide9.xml" Id="R7c2572d8cb56426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7e988b4073436a" /><Relationship Type="http://schemas.openxmlformats.org/officeDocument/2006/relationships/image" Target="/ppt/media/image10.png" Id="Rb0f229c8faf44bca" /><Relationship Type="http://schemas.openxmlformats.org/officeDocument/2006/relationships/notesSlide" Target="/ppt/notesSlides/notesSlide10.xml" Id="R9a70b946567b469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190f6347ab4031" /><Relationship Type="http://schemas.openxmlformats.org/officeDocument/2006/relationships/image" Target="/ppt/media/image11.png" Id="R4d5a13662d114de2" /><Relationship Type="http://schemas.openxmlformats.org/officeDocument/2006/relationships/notesSlide" Target="/ppt/notesSlides/notesSlide11.xml" Id="R2d1173840e1744d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9f8b8e945a43ea" /><Relationship Type="http://schemas.openxmlformats.org/officeDocument/2006/relationships/image" Target="/ppt/media/image12.png" Id="Rdc945c5b07cd43db" /><Relationship Type="http://schemas.openxmlformats.org/officeDocument/2006/relationships/notesSlide" Target="/ppt/notesSlides/notesSlide12.xml" Id="Rf53812d09b71409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39c618f8d74b44" /><Relationship Type="http://schemas.openxmlformats.org/officeDocument/2006/relationships/image" Target="/ppt/media/image13.png" Id="Ra62bcb69ed174cbc" /><Relationship Type="http://schemas.openxmlformats.org/officeDocument/2006/relationships/notesSlide" Target="/ppt/notesSlides/notesSlide13.xml" Id="R05fa28348fa544c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645f1de5474f7e" /><Relationship Type="http://schemas.openxmlformats.org/officeDocument/2006/relationships/image" Target="/ppt/media/image14.png" Id="R51496d90145348f2" /><Relationship Type="http://schemas.openxmlformats.org/officeDocument/2006/relationships/notesSlide" Target="/ppt/notesSlides/notesSlide14.xml" Id="R8885ff97e23f461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2eb9e96d29452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2219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f32daf9ecb497d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2390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9526fe351349c4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5704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0ba9e60b3f4f61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4418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30404422734623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0460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f0db5aab4d491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650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1e7a2f8e134bf4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452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aa59a7561f4588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8189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e648b9ddb1401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0243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f229c8faf44bc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50616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5a13662d114de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41213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945c5b07cd43db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21829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2bcb69ed174cbc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08337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496d90145348f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624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2026-09-18T06:29:38.7900000Z</dcterms:created>
  <dcterms:modified xsi:type="dcterms:W3CDTF">2026-09-18T06:29:38.7900000Z</dcterms:modified>
</coreProperties>
</file>