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459c96b4e42ae" /><Relationship Type="http://schemas.openxmlformats.org/officeDocument/2006/relationships/extended-properties" Target="/docProps/app.xml" Id="R5798a77fa6954713" /><Relationship Type="http://schemas.openxmlformats.org/officeDocument/2006/relationships/officeDocument" Target="/ppt/presentation.xml" Id="R02d5567134b1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3f18f0cd24a48"/>
  </p:sldMasterIdLst>
  <p:notesMasterIdLst>
    <p:notesMasterId xmlns:r="http://schemas.openxmlformats.org/officeDocument/2006/relationships" r:id="Ra53bdaa95c2d4823"/>
  </p:notesMasterIdLst>
  <p:sldIdLst>
    <p:sldId xmlns:r="http://schemas.openxmlformats.org/officeDocument/2006/relationships" id="256" r:id="R6e15ae9ffe784a78"/>
    <p:sldId xmlns:r="http://schemas.openxmlformats.org/officeDocument/2006/relationships" id="257" r:id="Rd4cc2027829d40f7"/>
    <p:sldId xmlns:r="http://schemas.openxmlformats.org/officeDocument/2006/relationships" id="258" r:id="Rc624d847c0fe4dd3"/>
    <p:sldId xmlns:r="http://schemas.openxmlformats.org/officeDocument/2006/relationships" id="259" r:id="R7e893ff561c84609"/>
    <p:sldId xmlns:r="http://schemas.openxmlformats.org/officeDocument/2006/relationships" id="260" r:id="R20609cefbeb44eaa"/>
    <p:sldId xmlns:r="http://schemas.openxmlformats.org/officeDocument/2006/relationships" id="261" r:id="Ra32e5f055c1d44d5"/>
    <p:sldId xmlns:r="http://schemas.openxmlformats.org/officeDocument/2006/relationships" id="262" r:id="R1025ff314c294598"/>
    <p:sldId xmlns:r="http://schemas.openxmlformats.org/officeDocument/2006/relationships" id="263" r:id="R6632883344d44c2c"/>
    <p:sldId xmlns:r="http://schemas.openxmlformats.org/officeDocument/2006/relationships" id="264" r:id="R6068c62a2e194be8"/>
    <p:sldId xmlns:r="http://schemas.openxmlformats.org/officeDocument/2006/relationships" id="265" r:id="Ra1292e68fc824c55"/>
    <p:sldId xmlns:r="http://schemas.openxmlformats.org/officeDocument/2006/relationships" id="266" r:id="Rfae9d06db23d4d0e"/>
    <p:sldId xmlns:r="http://schemas.openxmlformats.org/officeDocument/2006/relationships" id="267" r:id="R0f223e1b44f54cae"/>
    <p:sldId xmlns:r="http://schemas.openxmlformats.org/officeDocument/2006/relationships" id="268" r:id="Ra964421642954b38"/>
    <p:sldId xmlns:r="http://schemas.openxmlformats.org/officeDocument/2006/relationships" id="269" r:id="Refb06c7dabc64e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7a84d576546a6" /><Relationship Type="http://schemas.openxmlformats.org/officeDocument/2006/relationships/slideMaster" Target="/ppt/slideMasters/slideMaster1.xml" Id="R5163f18f0cd24a48" /><Relationship Type="http://schemas.openxmlformats.org/officeDocument/2006/relationships/notesMaster" Target="/ppt/notesMasters/notesMaster1.xml" Id="Ra53bdaa95c2d4823" /><Relationship Type="http://schemas.openxmlformats.org/officeDocument/2006/relationships/presProps" Target="/ppt/presProps.xml" Id="Rfa76d25bd7ef4a83" /><Relationship Type="http://schemas.openxmlformats.org/officeDocument/2006/relationships/tableStyles" Target="/ppt/tableStyles.xml" Id="R69166eaa7e954a96" /><Relationship Type="http://schemas.openxmlformats.org/officeDocument/2006/relationships/slide" Target="/ppt/slides/slide1.xml" Id="R6e15ae9ffe784a78" /><Relationship Type="http://schemas.openxmlformats.org/officeDocument/2006/relationships/slide" Target="/ppt/slides/slide2.xml" Id="Rd4cc2027829d40f7" /><Relationship Type="http://schemas.openxmlformats.org/officeDocument/2006/relationships/slide" Target="/ppt/slides/slide3.xml" Id="Rc624d847c0fe4dd3" /><Relationship Type="http://schemas.openxmlformats.org/officeDocument/2006/relationships/slide" Target="/ppt/slides/slide4.xml" Id="R7e893ff561c84609" /><Relationship Type="http://schemas.openxmlformats.org/officeDocument/2006/relationships/slide" Target="/ppt/slides/slide5.xml" Id="R20609cefbeb44eaa" /><Relationship Type="http://schemas.openxmlformats.org/officeDocument/2006/relationships/slide" Target="/ppt/slides/slide6.xml" Id="Ra32e5f055c1d44d5" /><Relationship Type="http://schemas.openxmlformats.org/officeDocument/2006/relationships/slide" Target="/ppt/slides/slide7.xml" Id="R1025ff314c294598" /><Relationship Type="http://schemas.openxmlformats.org/officeDocument/2006/relationships/slide" Target="/ppt/slides/slide8.xml" Id="R6632883344d44c2c" /><Relationship Type="http://schemas.openxmlformats.org/officeDocument/2006/relationships/slide" Target="/ppt/slides/slide9.xml" Id="R6068c62a2e194be8" /><Relationship Type="http://schemas.openxmlformats.org/officeDocument/2006/relationships/slide" Target="/ppt/slides/slide10.xml" Id="Ra1292e68fc824c55" /><Relationship Type="http://schemas.openxmlformats.org/officeDocument/2006/relationships/slide" Target="/ppt/slides/slide11.xml" Id="Rfae9d06db23d4d0e" /><Relationship Type="http://schemas.openxmlformats.org/officeDocument/2006/relationships/slide" Target="/ppt/slides/slide12.xml" Id="R0f223e1b44f54cae" /><Relationship Type="http://schemas.openxmlformats.org/officeDocument/2006/relationships/slide" Target="/ppt/slides/slide13.xml" Id="Ra964421642954b38" /><Relationship Type="http://schemas.openxmlformats.org/officeDocument/2006/relationships/slide" Target="/ppt/slides/slide14.xml" Id="Refb06c7dabc6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b6ae61188e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e849d38c84f99" /><Relationship Type="http://schemas.openxmlformats.org/officeDocument/2006/relationships/notesMaster" Target="/ppt/notesMasters/notesMaster1.xml" Id="R59d0245c3fd2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54a5b22174c6c" /><Relationship Type="http://schemas.openxmlformats.org/officeDocument/2006/relationships/notesMaster" Target="/ppt/notesMasters/notesMaster1.xml" Id="R92ab2d553f19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1567468824671" /><Relationship Type="http://schemas.openxmlformats.org/officeDocument/2006/relationships/notesMaster" Target="/ppt/notesMasters/notesMaster1.xml" Id="R5e6242b9d3a7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3cffcddef4e1e" /><Relationship Type="http://schemas.openxmlformats.org/officeDocument/2006/relationships/notesMaster" Target="/ppt/notesMasters/notesMaster1.xml" Id="R057e092f6e4a4f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8e4565a05b436f" /><Relationship Type="http://schemas.openxmlformats.org/officeDocument/2006/relationships/notesMaster" Target="/ppt/notesMasters/notesMaster1.xml" Id="R7699cb025b90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435778eda4ab2" /><Relationship Type="http://schemas.openxmlformats.org/officeDocument/2006/relationships/notesMaster" Target="/ppt/notesMasters/notesMaster1.xml" Id="R119bcdd391f4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1cde7203014817" /><Relationship Type="http://schemas.openxmlformats.org/officeDocument/2006/relationships/notesMaster" Target="/ppt/notesMasters/notesMaster1.xml" Id="Red8ff2dc3f9142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5a194cf7f4c8a" /><Relationship Type="http://schemas.openxmlformats.org/officeDocument/2006/relationships/notesMaster" Target="/ppt/notesMasters/notesMaster1.xml" Id="Rdf29bacb95fd4d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9d5d06bf3e4080" /><Relationship Type="http://schemas.openxmlformats.org/officeDocument/2006/relationships/notesMaster" Target="/ppt/notesMasters/notesMaster1.xml" Id="R86d0dfcf0e3249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f6f474bf884b64" /><Relationship Type="http://schemas.openxmlformats.org/officeDocument/2006/relationships/notesMaster" Target="/ppt/notesMasters/notesMaster1.xml" Id="Re2d4e39f2df14b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c9c0fa925c4cd1" /><Relationship Type="http://schemas.openxmlformats.org/officeDocument/2006/relationships/notesMaster" Target="/ppt/notesMasters/notesMaster1.xml" Id="R98de0740ae7148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90838139bc4422" /><Relationship Type="http://schemas.openxmlformats.org/officeDocument/2006/relationships/notesMaster" Target="/ppt/notesMasters/notesMaster1.xml" Id="R5cb452d846d0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4a2c9552e8417e" /><Relationship Type="http://schemas.openxmlformats.org/officeDocument/2006/relationships/notesMaster" Target="/ppt/notesMasters/notesMaster1.xml" Id="Rbf4caf1c59ff42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7d4a0dad9043d1" /><Relationship Type="http://schemas.openxmlformats.org/officeDocument/2006/relationships/notesMaster" Target="/ppt/notesMasters/notesMaster1.xml" Id="R1ccff44c01a2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各位老师好，我汇报的项目是“中医诊前信息采集与整理系统”。这个项目关注的不是自动诊断，而是患者见到医生之前，如何把零散的自然描述整理成医生能够快速查看的结构化资料。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通常按自己的感受表达，信息自然但比较零散。医生需要反复确认病程、生活方式和安全信息。普通聊天式问诊还容易不停追问，而且医生不知道系统为什么问、为什么停。因此项目聚焦四个要求：结构化采集、有限追问、及时停止和过程可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项目的目标是把患者自然语言整理为结构化资料，根据缺口选择下一问，并用核心完整度决定停止时机。系统只辅助资料整理，不自动诊断、不输出患病概率、不自动开方，也不能替代医生面诊。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系统分为四层。Vue 3 提供患者端和医生端；FastAPI 提供接口；决策层由 Agent 和规则系统协作；MySQL 保存完整业务数据。这里最重要的分工是：大模型负责理解和表达，确定性规则负责优先级、完整度和停止边界。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患者端负责提供信息，医生端负责查看和理解信息。每个会话与档案都绑定 patient_id，避免不同患者的数据混在一起。医生端当前保持只读，不能改变患者原始回答。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患者先选择身份并填写基础资料，然后进行开放描述。Agent 抽取信息后，系统更新字段状态、重新计算完整度，再决定继续追问还是生成档案。这个判断在每次回答后都会发生，所以问诊不是固定轮数。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系统将信息分为基础测量、病程、中医症状、生活方式和安全信息。每个字段都有标准问题、优先级、核心属性、尝试次数和适用条件。Agent 提取字段值和原文证据，规则判断是否确认，因此每个问题都有明确来源。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完整度不是简单统计填了多少字段。系统区分尚未询问、部分获取、已确认、无法提供和不适用。真正阻塞结束的是核心字段、安全缺口和未解决冲突；可选字段不会无限阻塞。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下一问按照五级优先序选择：危险信号、核心缺口、冲突字段、高优先级普通字段、可选信息。规则先选目标字段，Agent 再把它表达成自然问题。已确认、不适用或达到尝试上限的字段不再重复询问。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系统不依赖固定轮数。核心信息满足且没有安全缺口、没有冲突时正常结束；多次无法回答、问题重复或剩余信息不适合在线采集时保护性结束。保护性结束只表示停止继续询问，不代表资料完整。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四项主要难点都已经在当前版本实现：核心字段驱动停止、规则约束 Agent、尝试次数防止重复，以及 patient_id 数据隔离。仍需说明边界：演示身份不是正式鉴权，真实临床效果和规则覆盖范围还需要进一步验证。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这一页放身份选择、基础资料和侧栏历史记录截图。演示时说明系统预置三位患者用于展示，多患者数据相互隔离；左侧栏可以折叠，未完成的问诊也可以继续恢复。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这一页按顺序展示开放描述、逐项追问和完成档案。建议现场选一个具体字段，说明患者回答后该字段怎样从缺失变成确认，以及这一步如何影响下一问和完整度。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医生工作台分为患者列表、问诊详情和决策解释三部分。医生不仅能看结果，也能看到关键缺口、问题来源和停止原因。项目最终实现的是用规则约束 Agent，形成安全、可追踪、可解释的诊前资料整理流程。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cc590a32d4b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701fd9f89491a" /><Relationship Type="http://schemas.openxmlformats.org/officeDocument/2006/relationships/slideLayout" Target="/ppt/slideLayouts/slideLayout1.xml" Id="R5435eb0457bb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5eb0457bb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1024358cc4234" /><Relationship Type="http://schemas.openxmlformats.org/officeDocument/2006/relationships/image" Target="/ppt/media/image.png" Id="R548a8d5185ea4e46" /><Relationship Type="http://schemas.openxmlformats.org/officeDocument/2006/relationships/notesSlide" Target="/ppt/notesSlides/notesSlide1.xml" Id="R49baa901c3264f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7c47479664020" /><Relationship Type="http://schemas.openxmlformats.org/officeDocument/2006/relationships/image" Target="/ppt/media/image2.png" Id="R573da225d6934613" /><Relationship Type="http://schemas.openxmlformats.org/officeDocument/2006/relationships/notesSlide" Target="/ppt/notesSlides/notesSlide2.xml" Id="Rd7263fe779b1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f4205e9cd4d48" /><Relationship Type="http://schemas.openxmlformats.org/officeDocument/2006/relationships/image" Target="/ppt/media/image3.png" Id="R69d815e3a0474abd" /><Relationship Type="http://schemas.openxmlformats.org/officeDocument/2006/relationships/notesSlide" Target="/ppt/notesSlides/notesSlide3.xml" Id="Rc31b6ea65e09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43835661242ca" /><Relationship Type="http://schemas.openxmlformats.org/officeDocument/2006/relationships/image" Target="/ppt/media/image4.png" Id="R1dfb18b31e624d77" /><Relationship Type="http://schemas.openxmlformats.org/officeDocument/2006/relationships/notesSlide" Target="/ppt/notesSlides/notesSlide4.xml" Id="Rf41a89e9e157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029caa2924b81" /><Relationship Type="http://schemas.openxmlformats.org/officeDocument/2006/relationships/image" Target="/ppt/media/image5.png" Id="R59b6cfa336ba4f6f" /><Relationship Type="http://schemas.openxmlformats.org/officeDocument/2006/relationships/notesSlide" Target="/ppt/notesSlides/notesSlide5.xml" Id="R5ecc9efd38ba4c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e7c9dc6ef4fc1" /><Relationship Type="http://schemas.openxmlformats.org/officeDocument/2006/relationships/image" Target="/ppt/media/image6.png" Id="Rc9c8ea2d39944bec" /><Relationship Type="http://schemas.openxmlformats.org/officeDocument/2006/relationships/notesSlide" Target="/ppt/notesSlides/notesSlide6.xml" Id="R923a0bf01ca344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138f19bf94ff8" /><Relationship Type="http://schemas.openxmlformats.org/officeDocument/2006/relationships/image" Target="/ppt/media/image7.png" Id="R795ae072f31c44f8" /><Relationship Type="http://schemas.openxmlformats.org/officeDocument/2006/relationships/notesSlide" Target="/ppt/notesSlides/notesSlide7.xml" Id="Rd2786fb4fa4d49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1263f1fa74300" /><Relationship Type="http://schemas.openxmlformats.org/officeDocument/2006/relationships/image" Target="/ppt/media/image8.png" Id="R6c512b24e16a4c4a" /><Relationship Type="http://schemas.openxmlformats.org/officeDocument/2006/relationships/notesSlide" Target="/ppt/notesSlides/notesSlide8.xml" Id="R0f30551d775043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19a18b3f0413c" /><Relationship Type="http://schemas.openxmlformats.org/officeDocument/2006/relationships/image" Target="/ppt/media/image9.png" Id="R2253b36b6f304768" /><Relationship Type="http://schemas.openxmlformats.org/officeDocument/2006/relationships/notesSlide" Target="/ppt/notesSlides/notesSlide9.xml" Id="Rc367782caea046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9b3da158147d2" /><Relationship Type="http://schemas.openxmlformats.org/officeDocument/2006/relationships/image" Target="/ppt/media/image10.png" Id="R9ec0dde75cd84f06" /><Relationship Type="http://schemas.openxmlformats.org/officeDocument/2006/relationships/notesSlide" Target="/ppt/notesSlides/notesSlide10.xml" Id="R17745f6de3b54f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9ba1c498b47d1" /><Relationship Type="http://schemas.openxmlformats.org/officeDocument/2006/relationships/image" Target="/ppt/media/image11.png" Id="R9d78638d5ee140fe" /><Relationship Type="http://schemas.openxmlformats.org/officeDocument/2006/relationships/notesSlide" Target="/ppt/notesSlides/notesSlide11.xml" Id="R8a55838e63384b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ce9ea53804328" /><Relationship Type="http://schemas.openxmlformats.org/officeDocument/2006/relationships/image" Target="/ppt/media/image12.png" Id="R118b59742b23400a" /><Relationship Type="http://schemas.openxmlformats.org/officeDocument/2006/relationships/notesSlide" Target="/ppt/notesSlides/notesSlide12.xml" Id="R9bed2467670f42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d1f5c5e5404e" /><Relationship Type="http://schemas.openxmlformats.org/officeDocument/2006/relationships/image" Target="/ppt/media/image13.png" Id="R5e3bfe36782d484d" /><Relationship Type="http://schemas.openxmlformats.org/officeDocument/2006/relationships/notesSlide" Target="/ppt/notesSlides/notesSlide13.xml" Id="Rfc04972286244e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4ac18661c4214" /><Relationship Type="http://schemas.openxmlformats.org/officeDocument/2006/relationships/image" Target="/ppt/media/image14.png" Id="Red3376f12e014130" /><Relationship Type="http://schemas.openxmlformats.org/officeDocument/2006/relationships/notesSlide" Target="/ppt/notesSlides/notesSlide14.xml" Id="R61721ce95b4449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a8d5185ea4e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16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da225d69346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7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15e3a0474ab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94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b18b31e624d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45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6cfa336ba4f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07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8ea2d39944b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9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ae072f31c44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0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12b24e16a4c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7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3b36b6f3047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18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0dde75cd84f0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64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8638d5ee140f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692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b59742b2340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32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bfe36782d484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78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376f12e0141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83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2026-09-18T03:36:05.8290000Z</dcterms:created>
  <dcterms:modified xsi:type="dcterms:W3CDTF">2026-09-18T03:36:05.8290000Z</dcterms:modified>
</coreProperties>
</file>